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6400800" cy="6400800"/>
          </a:xfrm>
          <a:prstGeom prst="ellipse">
            <a:avLst/>
          </a:prstGeom>
          <a:solidFill>
            <a:srgbClr val="0D7C6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HelloNext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Golf Coaching Platform v3.0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260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3개 특허 통합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469개 테스트 통과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8개 스프린트 완료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7C6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5943600" cy="100584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73152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비효율적 코칭 기록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수기로 메모하고 보고서 작성에 30분+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0" y="1417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30min+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5943600" cy="100584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46888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신뢰할 수 없는 측정값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 각도, 모션 블러 무시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2606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40%오차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943600" cy="100584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657600"/>
            <a:ext cx="73152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단절된 데이터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스윅 분석→코칭 결정 간 단절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3794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0%연결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858000" y="1280160"/>
            <a:ext cx="2011680" cy="3200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463040"/>
            <a:ext cx="2011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B8A6"/>
                </a:solidFill>
              </a:rPr>
              <a:t>72%</a:t>
            </a:r>
            <a:endParaRPr lang="en-US" sz="4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코치들이</a:t>
            </a:r>
            <a:endParaRPr lang="en-US" sz="4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디지털 도구에</a:t>
            </a:r>
            <a:endParaRPr lang="en-US" sz="4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불만족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Solution: HelloNext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8288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1554480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→ 보고서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2분 음성으로 AI 코칭 보고서 자동 생성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554480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73152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0" y="1325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3계층 데이터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0" y="1783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원시→파생→코칭 불변성 보장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3931920" cy="1554480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17520"/>
            <a:ext cx="73152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80160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신뢰도 3티어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611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확인/보류/숨김 자동 분류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3931920" cy="1554480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17520"/>
            <a:ext cx="73152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86400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인과 분석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0" y="3611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기반 근본 원인 추적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특허 아키텍처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7C6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1: 3계층 데이터 분리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40480" cy="640080"/>
          </a:xfrm>
          <a:prstGeom prst="rect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54864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A: 원시 측정값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불변 (DC-3)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3840480" cy="64008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42316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B: 파생 지표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재계산 가능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840480" cy="64008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20040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C: 코칭 결정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코치 편집 (DC-4)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3: 신뢰도 3티어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46320" y="1645920"/>
            <a:ext cx="3840480" cy="640080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846320" y="1645920"/>
            <a:ext cx="54864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T1: Confirmed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0" y="1691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0.7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6320" y="2423160"/>
            <a:ext cx="3840480" cy="64008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242316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T2: Pending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 ~ 0.7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46320" y="3200400"/>
            <a:ext cx="3840480" cy="64008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0" y="320040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T3: Hidden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0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0.4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4: 음성 4상태 FSM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48640" y="4480560"/>
            <a:ext cx="1828800" cy="457200"/>
          </a:xfrm>
          <a:prstGeom prst="rect">
            <a:avLst/>
          </a:prstGeom>
          <a:solidFill>
            <a:srgbClr val="94A3B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480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UNBOUND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77440" y="4480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2743200" y="4480560"/>
            <a:ext cx="1828800" cy="4572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43200" y="4480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0" y="4480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4937760" y="4480560"/>
            <a:ext cx="1828800" cy="45720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37760" y="4480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66560" y="4480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7132320" y="4480560"/>
            <a:ext cx="1828800" cy="457200"/>
          </a:xfrm>
          <a:prstGeom prst="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132320" y="4480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FINALIZED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7C6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3931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Next.js 14 App Router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Tailwind CSS + Zustand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MediaPipe BlazePose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Supabase (Auth, DB, Realtime)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Edge Functions (Deno)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PostgreSQL 15 + RLS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017520"/>
            <a:ext cx="39319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3566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Vercel (Frontend)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Docker + GitHub Actions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Sentry Monitoring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3566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Toss Payments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PLG Coupon System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3-tier Subscription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2560320" cy="1645920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469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통과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407 + Integration 62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560320" cy="1645920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38328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에러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Mode 전체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560320" cy="1645920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188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21792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 파일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515KB 패키지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2560320" cy="1645920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246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마이그레이션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10개 포함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108960"/>
            <a:ext cx="2560320" cy="1645920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83280" y="3246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338328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Functions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8328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엔진 전용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108960"/>
            <a:ext cx="2560320" cy="1645920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3246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621792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헬스체크 컴포넌트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1792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포함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Sprint Timeline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7C6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651760"/>
            <a:ext cx="804672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487168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87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2487168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1783080" y="2487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8920" y="2487168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2487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94760" y="248716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2487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2487168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487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06440" y="2487168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1" name="Text 19"/>
          <p:cNvSpPr/>
          <p:nvPr/>
        </p:nvSpPr>
        <p:spPr>
          <a:xfrm>
            <a:off x="5806440" y="2487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2487168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2487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18120" y="2487168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7818120" y="2487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89520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383280"/>
            <a:ext cx="1920240" cy="13716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580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1-2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" y="3794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Auth 연동, Kakao/Email 로그인, 프로/멤버 프로필, 3계층 데이터 모델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51760" y="3383280"/>
            <a:ext cx="1920240" cy="13716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8892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3-4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788920" y="3794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특허 엔진, DC-1~5 제약, 음성 FSM, 신뢰도 3티어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383280"/>
            <a:ext cx="1920240" cy="13716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9204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5-6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892040" y="3794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인과 분석 DAG, IIS 점수, 결제 연동, PLG 쿠폰 시스템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58000" y="3383280"/>
            <a:ext cx="1920240" cy="13716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99516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7-8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95160" y="3794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폴리시, 애니메이션, CI/CD 파이프라인, 469 테스트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Constraints (DC-1~5)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828800" cy="36576"/>
          </a:xfrm>
          <a:prstGeom prst="rect">
            <a:avLst/>
          </a:prstGeom>
          <a:solidFill>
            <a:srgbClr val="0D7C6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73152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DC-1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261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3계층 분리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15361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A/B/C 독립성 보장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1280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검증완료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965960"/>
            <a:ext cx="73152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057400"/>
            <a:ext cx="73152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057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DC-2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2039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신뢰도 공식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23134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V×(1-Pa)×(1-Pm)×(1-Po)×K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0" y="2057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검증완료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743200"/>
            <a:ext cx="73152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2834640"/>
            <a:ext cx="7315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834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DC-3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불변성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30906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raw_measurements UPDATE 차단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2834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검증완료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52044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520440"/>
            <a:ext cx="73152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3611880"/>
            <a:ext cx="7315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611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DC-4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45920" y="3593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스칼라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45920" y="38679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primary_fix = 1개 에러 패턴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0" y="3611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검증완료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4297680"/>
            <a:ext cx="73152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4" name="Shape 32"/>
          <p:cNvSpPr/>
          <p:nvPr/>
        </p:nvSpPr>
        <p:spPr>
          <a:xfrm>
            <a:off x="731520" y="4389120"/>
            <a:ext cx="73152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389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DC-5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645920" y="4370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FSM 엄격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645920" y="4645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4상태 순차적 전이만 허용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0" y="4389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검증완료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2560320" cy="1645920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 로그인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Kakao OAuth → 프로 대시보드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560320" cy="1645920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32588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녹음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2분 코칭 메모 → STT 변환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560320" cy="1645920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32588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4944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FSM 전이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UNBOUND → PREPROCESSED → LINKED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2560320" cy="1645920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신뢰도 점수 + 3티어 분류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83280" y="3108960"/>
            <a:ext cx="2560320" cy="1645920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20440" y="324612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11480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코치 편집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56616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Fix 선택 + 델타 기록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7920" y="3108960"/>
            <a:ext cx="2560320" cy="1645920"/>
          </a:xfrm>
          <a:prstGeom prst="rect">
            <a:avLst/>
          </a:prstGeom>
          <a:solidFill>
            <a:srgbClr val="1E2D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324612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4944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 전송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4008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멤버 앱으로 실시간 전송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0D7C6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14B8A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</a:rPr>
              <a:t>HelloNext v3.0 — Production Ready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3 Patents · 469 Tests · 5 Edge Functions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ArcUp Team | 2026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HelloNext v3.0 - AI Golf Coaching Platform</dc:title>
  <dc:subject>PptxGenJS Presentation</dc:subject>
  <dc:creator>ArcUp Team</dc:creator>
  <cp:lastModifiedBy>ArcUp Team</cp:lastModifiedBy>
  <cp:revision>1</cp:revision>
  <dcterms:created xsi:type="dcterms:W3CDTF">2026-03-11T09:42:21Z</dcterms:created>
  <dcterms:modified xsi:type="dcterms:W3CDTF">2026-03-11T09:42:21Z</dcterms:modified>
</cp:coreProperties>
</file>